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F25"/>
                </a:solidFill>
              </a:rPr>
              <a:t>Trestle — System Brief &amp; Submodule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A737C"/>
                </a:solidFill>
              </a:rPr>
              <a:t>Shared reference for technical and finance / finance-tech leads supporting the rebuild. Each submodule carries a complexity gauge and a "similar to" tag list so reviewers can scan where depth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1. Exec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Section overview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1. Exec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1. Exec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Trestle is a multi-user FP&amp;A planning platform: one shared workspace per fiscal year holding 14 plan files (1 AOP + 12 monthly Rolling Forecasts + 1 Long-Term Plan). Each plan file is a state_data JSON containing every input module (revenue, headcount, vendor, contractor, T&amp;E, other, D&amp;A) coded to a shared chartfield grid (Business Unit / Biz Line / Market / Project / Account). Calc outputs feed a P&amp;L walk and a pivot/analytics layer; collaboration runs over WebSocket presence with live cursors and shared state.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The rebuild target preserves the conceptual model but replaces the single-blob state with a normalized data spine, layered access control, and standard EPM connectors. This brief is the shared map: an inventory plus deep dives on the highest-leverage submodules.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2. System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Section overview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Plan Container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Input Modules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Outputs &amp; Collab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Plan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Plan Container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Workspace (year) holds 14 plan files: 1 AOP · 12 monthly RFs · 1 LTP . Each plan = one state_data JSON. Scenario types: budget forecast actual ltp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Input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Input Modules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Revenue · HC &amp; Comp · Vendor / OAO · Contractors · T&amp;E · Other · D&amp;A. Each row coded to chartfields (BU, Biz Line, Market, Project, Account) plus month columns Jan-Dec.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Outputs &amp; Collab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Outputs &amp; Collab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P&amp;L walk · pivot / analytics · scenario compare. Real-time collab via WebSocket presence, live cursors, shared state. Admin and access controls layered on 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3. Submodule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Section overview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Input Modules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Revenue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HC &amp; Compensation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Vendor / OAO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Contractors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T&amp;E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Other (C&amp;B + OAO)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D&amp;A / Assets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Output &amp; Cross-Cutting Submodules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P&amp;L Walk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Pivot &amp; Analytics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Spreadsheet-Style Grid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Collaboration &amp; Presence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Admin &amp; Access Control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EPM &amp;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Revenue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Top-line streams by chartfield × month; feeds P&amp;L, MRR / ARR derivations, and pivot.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 ●● ●●● ●● 3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Plan top-line by stream; the only revenue-side input.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revenueRows[] — stream, desc, chartfields, jan-dec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Total Rev, MRR, ARR → P&amp;L, Pivot, LTP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Direct monthly entry · aggregate to total · derived MRR / ARR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Chartfield dimensions, scenario 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HC &amp; Compensation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HC &amp; Compensation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Per-employee comp engine — most complex module; drives C&amp;B, CapEx / OpEx split, and FTE rollups.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●●●●● ●●●●● 5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Contractors (shared rate × time + CapEx mechanics) Contractors (shared rate × time + CapEx mechanics)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Plan headcount, salary, bonus, benefits, CapEx allocation per employee.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employees[] — name, salary, seniority, function, country, capPct, allocations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HC, C&amp;B, CapEx, OpEx → P&amp;L, FTE chart, Pivot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Monthly proration on start / end · bonus &amp; benefit loading · CapEx % split · functional pillar allocation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Salary bands, benefits load, FX (future), pillar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Vendor / OAO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Vendor / OAO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External spend by parent co / vendor; row shape mirrors T&amp;E and Other.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 ●●● ●● ●●● 2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T&amp;E Other T&amp;E Other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Plan vendor / outside-services spend.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vendorRows[] — parent co, vendor, type, chartfields, jan-dec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OAO total → P&amp;L, Pivot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Direct monthly entry · type tagging · vendor catalog lookup (admin reference)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Vendor catalog, GL accounts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Contractors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Contractors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Rate × hours model with CapEx split; partially shares HC mechanics.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 ●● ●●● ●● 3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HC &amp; Comp Vendor (partial) HC &amp; Comp Vendor (partial)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Plan non-employee labor with rate cards and CapEx allocation.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contractorRows[] — name, rate, hours, capPct, start / end mo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CTR, CapEx split → P&amp;L, Pivot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Rate × hours per month · CapEx % · proration on start / end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Admin-managed rate cards (role × geo × seniority)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T&amp;E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T&amp;E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Travel and expense rows; near-identical shape to Vendor and Other.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 ●●● ●● ●●● 2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Vendor Other Vendor Other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Plan travel and expense lines.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teRows[] — expense type, desc, chartfields, jan-dec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T&amp;E total → P&amp;L, Pivot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Direct monthly entry · type tagging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Expense-type list (admin reference)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Other (C&amp;B + OAO)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Other (C&amp;B + OAO)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Catch-all rows split by C&amp;B vs OAO; shape clones Vendor / T&amp;E with a type discriminator.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 ●●● ●● ●●● 2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Vendor T&amp;E Vendor T&amp;E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Misc C&amp;B and OAO not captured in core modules.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cbOtherRows[] + oaoOtherRows[]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Other C&amp;B, Other OAO → P&amp;L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Direct monthly entry · routes by type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GL accounts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D&amp;A /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D&amp;A / Assets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Asset register + depreciation schedule; unique calc shape (multi-year).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 ● ●●●● ● 4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Purpose: Track assets and depreciation schedule into P&amp;L and LTP.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depreciationRows[] + assetRows[]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D&amp;A schedule → P&amp;L, LTP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Method-based schedule (straight-line etc.) over useful life · in-service date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Depends: Asset register, GL accounts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P&amp;L 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P&amp;L Walk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Aggregates every input module to a chartfield × month grid with subtotals.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 ● ●●●● ● 4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In: All module outputs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Out: P&amp;L grid, subtotals, scenario compare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Sum by chartfield × month · variance vs scenario · loaded-cost rollups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Pivot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Pivot &amp; Analytics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Reshape any module data by row dimension and chart it; also handles scenario overlays.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 ● ●●●● ● 4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Row dims: Product, Function, BizLine, Market, Pillar, Month, Quarter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Charts: Bar, Line, Bubble, Scatter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Calc metrics (numerator / denominator) · scenario compare with variance overlay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Spreadsheet-Style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Spreadsheet-Style Grid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Cross-cutting UX layer used by every input module — single shared cell-grid behavior.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 ●● ●●● ●● 3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cross-cuts every input module (shared component, not a peer) cross-cuts every input module (shared component, not a peer)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Behavior: Tab / Enter / Arrow nav · Shift+Click range · multi-cell copy / paste · delete to clear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Class: .ec cells across all module grids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Logic: Single shared handler · rebuild it once and every module benefits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Collaboration &amp;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Collaboration &amp; Presence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Real-time multi-user editing — currently single-blob state sync; rebuild target is cell-level CRDT.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●●●●● ●●●●● 5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Today: WebSocket presence · live cursors · full-state broadcast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Target: Per-cell CRDT, Redis pub / sub, optimistic locking, audit log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Risk: Highest — touches every module + persistence layer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Admin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Admin &amp; Access Control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User / role management plus admin-managed reference data (rate cards, benefits, FX).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 ● ●●●● ● 4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Today: Hardcoded admin login · email-based module / ops toggles · plan share roles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Target: SSO + SCIM · RLS dimension scoping · firm / tenant-admin reference data publishing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EPM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EPM &amp; Integrations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Inbound (actuals, HR, GL) and outbound (Oracle EPM, Anaplan, Workday Adaptive). Rebuild target is standard versioned connectors.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Complexity: ●●●● ● ●●●● ● 4 / 5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Similar to: stands alone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Inbound: ERP actuals, HR (Workday), GL chart, cost-center hierarchy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Outbound: Oracle EPM, Anaplan, Workday Adaptive, BI, data lake, XLSX / PDF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Pattern: Versioned connector module · schema map · chartfield crosswalk · incremental + full · retry · reconciliation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4. Where Depth Will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Section overview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4. Where Depth Will Matter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4. Where Depth Will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Based on the gauges and tags, deeper second-pass docs should land first on: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Submodule — Why it needs depth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HC &amp; Compensation — Highest complexity; uniquely shaped; biggest rebuild risk; ties to reference data and FX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Collaboration &amp; Presence — Touches every module and the persistence layer; CRDT migration is the critical path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P&amp;L Walk — Aggregator — correctness is downstream of every module's calc shape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EPM &amp; Integrations — Rebuild target reframes this as standard connectors; needs schema spec per system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Vendor / T&amp;E / Other — Document once — three modules share one row shape; one rebuild covers all three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 Deep Dives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F25"/>
                </a:solidFill>
              </a:rPr>
              <a:t>Section overview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5.1 HC &amp; Compensation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5.2 Collaboration &amp; Presence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5.3 P&amp;L Walk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5.4 EPM &amp; Integrations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5.5 Vendor / T&amp;E / Other (consolidated)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5.1 HC &amp; Compensation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Business framing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The most-edited and most-material module. Drives compensation, benefits load, CapEx capitalization, and FTE rollups. Used by HR-aligned planners alongside finance.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Data shape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employees[] — name, salary, seniority, function, country, capPct, allocations[], start mo, end mo, bonus %, equity %.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Calc rules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Monthly proration based on start / end month (mid-month handled as full month today; flag for revisit).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Bonus % applied as annual amount and posted to a target bonus month (configurable).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Benefits load applied as country-specific % on top of base salary.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CapEx % ( capPct ) splits cost between CapEx and OpEx; flows to D&amp;A pipeline.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Allocation % across functional pillars routes cost lines into pivot dimensions.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Dependencies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Salary bands (admin reference) · benefits load by country (admin reference) · FX rates (future, not in v1) · pillar map · GL accounts.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 vs target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Today: nested in state_data JSON; full-plan blob save on every edit.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5.1 HC &amp; Compensation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sz="1400">
                <a:solidFill>
                  <a:srgbClr val="1A1F25"/>
                </a:solidFill>
              </a:rPr>
              <a:t>Target: dedicated employees table with row-level versioning · reference_sets for bands / benefits / FX · per-employee audit trail.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Edge cases &amp; open questions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Mid-month start / end and partial-month proration policy.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BU / market transfers mid-year (does the row split, or one row with allocation change?).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Equity refresh accounting and overlay vs base.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Contractor → employee conversion and continuity.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Multi-currency comp and FX restatement.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5.2 Collaboration &amp;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Business framing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Real-time multi-user editing during close and forecast cycles. Several finance users editing the same plan concurrently; loss of edits or stale views breaks trust in the data.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Today's shape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WebSocket presence + live cursors.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Full state_data JSON saved on change; last-write-wins.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No cell-level merge; no row-level locking.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Problems with today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Lost edits under concurrent saves.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Large WS payloads at scale.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Audit trail only in client state, not in DB.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Target architecture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Per-cell CRDT (or OT) doc per plan.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Redis pub / sub for fan-out across app instances.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Optimistic locking with version column; server-authoritative merge.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5.2 Collaboration &amp; Presence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sz="1400">
                <a:solidFill>
                  <a:srgbClr val="1A1F25"/>
                </a:solidFill>
              </a:rPr>
              <a:t>Append-only audit log partitioned by month (user, field, before, after, ts).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Flow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Client emits ops → server validates against tenant + RLS → applies to CRDT doc → broadcasts via Redis → other clients merge → batched persist.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Risks &amp; opens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Replay correctness across schema evolution mid-edit.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Presence performance at hundreds of users.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Audit log growth and partitioning policy.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Open: which CRDT lib · cell vs row granularity · how to surface "X is editing Y" cleanly.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5.3 P&amp;L 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Business framing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The canonical financial output. Every input module flows through here. Correctness here is the headline measure of system trust.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Inputs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Every module's calc output: Revenue, C&amp;B (from HC), OAO (from Vendor + Other), CTR (from Contractors), T&amp;E, Other C&amp;B, D&amp;A.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Output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Chartfield × month grid with subtotal hierarchy (gross margin, opex, EBITDA, etc.) and scenario variance overlay.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Logic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Sum by chartfield × month per line.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Subtotal hierarchy defined per tenant template.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Loaded-cost rollups (e.g., bonus + benefits into C&amp;B).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Scenario compare (budget vs forecast vs actual) with variance overlay.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 vs target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Today: computed in client memory from state_data 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Target: server-side aggregation against normalized tables · materialized views per scenario · cached at chartfield rollup level.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5.3 P&amp;L Walk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Risks &amp; opens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Any module shape change ripples here — needs contract tests against golden P&amp;L fixtures.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Open: report builder vs hard-coded P&amp;L lines · tenant-specific subtotal hierarchies · drill-through UX.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5.4 EPM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Business framing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Keep Trestle in sync with the firm's systems of record (ERP, HR, EPM, BI). New firms should onboard by configuring connector instances, not writing new code.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Inbound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ERP actuals (SAP / Oracle / NetSuite) → posted to state.actuals 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HR (Workday) → updates employees[] 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GL chart of accounts → accounts[] 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Cost-center hierarchy → bizLines[] , markets[] 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Outbound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Oracle EPM, Anaplan, Workday Adaptive (P&amp;L by chartfield × month).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BI dashboards (real-time aggregations).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Data lake (full state snapshots).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XLSX / PDF export.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Connector pattern (target)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Every integration is a versioned connector module shipping with: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5.4 EPM &amp; Integrations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sz="1400">
                <a:solidFill>
                  <a:srgbClr val="1A1F25"/>
                </a:solidFill>
              </a:rPr>
              <a:t>Schema map (Trestle field → target field).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Chartfield crosswalk.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Sync mode: incremental + full-load.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Retry / backoff with idempotency keys.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Reconciliation report (counts, sums, deltas).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 vs target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Today: ad-hoc per integration; not versioned.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Target: connector registry; new firm = configure instance, not fork.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Opens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Vendor schema-change handling and version pinning.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SLA per connector (freshness, retry budget).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Vendor sandbox testing in CI.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5.5 Vendor / T&amp;E / Other (consolidated)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1A1F25"/>
                </a:solidFill>
              </a:rPr>
              <a:t>Business framing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Three modules sharing one row shape — line item + chartfields + monthly amounts. Documented once because the rebuild produces one shared component used three ways.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Shared shape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rows[] with type discriminator (vendor type · expense type · C&amp;B vs OAO), description, chartfields, jan-dec.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Per-module differences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Vendor / OAO: parent co + vendor lookup against admin catalog.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T&amp;E: expense-type list (admin reference).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Other: split by C&amp;B vs OAO at the type level.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Calc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Direct monthly entry · aggregate to module total → P&amp;L line.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Reference data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Vendor catalog · expense-type list · GL accounts · type taxonomy.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Today vs target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Today: three separate row arrays in state_data ; logic copy-pasted.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5A8A"/>
                </a:solidFill>
              </a:rPr>
              <a:t>5.5 Vendor / T&amp;E / Other (consolidated)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sz="1400">
                <a:solidFill>
                  <a:srgbClr val="1A1F25"/>
                </a:solidFill>
              </a:rPr>
              <a:t>Target: one shared expense_rows table with type + sub_type columns · one shared grid component · each module is a configured view.</a:t>
            </a:r>
          </a:p>
          <a:p>
            <a:pPr lvl="1"/>
            <a:r>
              <a:rPr sz="1400">
                <a:solidFill>
                  <a:srgbClr val="1A1F25"/>
                </a:solidFill>
              </a:rPr>
              <a:t>Edge cases &amp; opens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PO splits across chartfields.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Multi-currency invoices.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Mid-year vendor name / consolidation changes.</a:t>
            </a:r>
          </a:p>
          <a:p>
            <a:pPr lvl="2"/>
            <a:r>
              <a:rPr sz="1400">
                <a:solidFill>
                  <a:srgbClr val="1A1F25"/>
                </a:solidFill>
              </a:rPr>
              <a:t>Open: should Contractors fold into the same shape? Currently no — has rate × hours and CapEx split. Worth re-examining once the shared table exists.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